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handoutMasterIdLst>
    <p:handoutMasterId r:id="rId16"/>
  </p:handoutMasterIdLst>
  <p:sldIdLst>
    <p:sldId id="272" r:id="rId2"/>
    <p:sldId id="273" r:id="rId3"/>
    <p:sldId id="274" r:id="rId4"/>
    <p:sldId id="282" r:id="rId5"/>
    <p:sldId id="283" r:id="rId6"/>
    <p:sldId id="275" r:id="rId7"/>
    <p:sldId id="276" r:id="rId8"/>
    <p:sldId id="280" r:id="rId9"/>
    <p:sldId id="281" r:id="rId10"/>
    <p:sldId id="284" r:id="rId11"/>
    <p:sldId id="285" r:id="rId12"/>
    <p:sldId id="278" r:id="rId13"/>
    <p:sldId id="279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0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120C13-2514-4D9C-8D4B-A10DA4FFD5A1}" type="datetime1">
              <a:rPr lang="ru-RU" smtClean="0"/>
              <a:t>15.11.2019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CC122-5347-4C75-98DE-0F72C4F2551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60612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67CA5-ECF1-43FF-A31E-6BD9B21B57BB}" type="datetime1">
              <a:rPr lang="ru-RU" smtClean="0"/>
              <a:pPr/>
              <a:t>15.11.2019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93B0CF2-7F87-4E02-A248-870047730F99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Прямоугольник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cxnSp>
          <p:nvCxnSpPr>
            <p:cNvPr id="7" name="Прямая соединительная линия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Прямая соединительная линия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kumimoji="0" lang="ru-RU" noProof="0" dirty="0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042E67-0227-4BC3-82B0-5759BC2EE067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ru-RU" noProof="0" smtClean="0"/>
              <a:t>Образец текста</a:t>
            </a:r>
          </a:p>
          <a:p>
            <a:pPr lvl="1" rtl="0" eaLnBrk="1" latinLnBrk="0" hangingPunct="1"/>
            <a:r>
              <a:rPr lang="ru-RU" noProof="0" smtClean="0"/>
              <a:t>Второй уровень</a:t>
            </a:r>
          </a:p>
          <a:p>
            <a:pPr lvl="2" rtl="0" eaLnBrk="1" latinLnBrk="0" hangingPunct="1"/>
            <a:r>
              <a:rPr lang="ru-RU" noProof="0" smtClean="0"/>
              <a:t>Третий уровень</a:t>
            </a:r>
          </a:p>
          <a:p>
            <a:pPr lvl="3" rtl="0" eaLnBrk="1" latinLnBrk="0" hangingPunct="1"/>
            <a:r>
              <a:rPr lang="ru-RU" noProof="0" smtClean="0"/>
              <a:t>Четвертый уровень</a:t>
            </a:r>
          </a:p>
          <a:p>
            <a:pPr lvl="4" rtl="0" eaLnBrk="1" latinLnBrk="0" hangingPunct="1"/>
            <a:r>
              <a:rPr lang="ru-RU" noProof="0" smtClean="0"/>
              <a:t>Пятый уровень</a:t>
            </a:r>
            <a:endParaRPr kumimoji="0"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DEFBE7-4C1B-4778-8B46-649E4193A0B2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ru-RU" noProof="0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CCFD91-7790-4468-A129-07AFFDDBA1C7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ru-RU" noProof="0" smtClean="0"/>
              <a:t>Образец текста</a:t>
            </a:r>
          </a:p>
          <a:p>
            <a:pPr lvl="1" rtl="0" eaLnBrk="1" latinLnBrk="0" hangingPunct="1"/>
            <a:r>
              <a:rPr lang="ru-RU" noProof="0" smtClean="0"/>
              <a:t>Второй уровень</a:t>
            </a:r>
          </a:p>
          <a:p>
            <a:pPr lvl="2" rtl="0" eaLnBrk="1" latinLnBrk="0" hangingPunct="1"/>
            <a:r>
              <a:rPr lang="ru-RU" noProof="0" smtClean="0"/>
              <a:t>Третий уровень</a:t>
            </a:r>
          </a:p>
          <a:p>
            <a:pPr lvl="3" rtl="0" eaLnBrk="1" latinLnBrk="0" hangingPunct="1"/>
            <a:r>
              <a:rPr lang="ru-RU" noProof="0" smtClean="0"/>
              <a:t>Четвертый уровень</a:t>
            </a:r>
          </a:p>
          <a:p>
            <a:pPr lvl="4" rtl="0" eaLnBrk="1" latinLnBrk="0" hangingPunct="1"/>
            <a:r>
              <a:rPr lang="ru-RU" noProof="0" smtClean="0"/>
              <a:t>Пятый уровень</a:t>
            </a:r>
            <a:endParaRPr kumimoji="0"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ru-RU" noProof="0" smtClean="0"/>
              <a:t>Образец текста</a:t>
            </a:r>
          </a:p>
          <a:p>
            <a:pPr lvl="1" rtl="0" eaLnBrk="1" latinLnBrk="0" hangingPunct="1"/>
            <a:r>
              <a:rPr lang="ru-RU" noProof="0" smtClean="0"/>
              <a:t>Второй уровень</a:t>
            </a:r>
          </a:p>
          <a:p>
            <a:pPr lvl="2" rtl="0" eaLnBrk="1" latinLnBrk="0" hangingPunct="1"/>
            <a:r>
              <a:rPr lang="ru-RU" noProof="0" smtClean="0"/>
              <a:t>Третий уровень</a:t>
            </a:r>
          </a:p>
          <a:p>
            <a:pPr lvl="3" rtl="0" eaLnBrk="1" latinLnBrk="0" hangingPunct="1"/>
            <a:r>
              <a:rPr lang="ru-RU" noProof="0" smtClean="0"/>
              <a:t>Четвертый уровень</a:t>
            </a:r>
          </a:p>
          <a:p>
            <a:pPr lvl="4" rtl="0" eaLnBrk="1" latinLnBrk="0" hangingPunct="1"/>
            <a:r>
              <a:rPr lang="ru-RU" noProof="0" smtClean="0"/>
              <a:t>Пятый уровень</a:t>
            </a:r>
            <a:endParaRPr kumimoji="0"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E41293-93E0-46D4-A151-C6BFE1D839E4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ru-RU" noProof="0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ru-RU" noProof="0" smtClean="0"/>
              <a:t>Образец текста</a:t>
            </a:r>
          </a:p>
          <a:p>
            <a:pPr lvl="1" rtl="0" eaLnBrk="1" latinLnBrk="0" hangingPunct="1"/>
            <a:r>
              <a:rPr lang="ru-RU" noProof="0" smtClean="0"/>
              <a:t>Второй уровень</a:t>
            </a:r>
          </a:p>
          <a:p>
            <a:pPr lvl="2" rtl="0" eaLnBrk="1" latinLnBrk="0" hangingPunct="1"/>
            <a:r>
              <a:rPr lang="ru-RU" noProof="0" smtClean="0"/>
              <a:t>Третий уровень</a:t>
            </a:r>
          </a:p>
          <a:p>
            <a:pPr lvl="3" rtl="0" eaLnBrk="1" latinLnBrk="0" hangingPunct="1"/>
            <a:r>
              <a:rPr lang="ru-RU" noProof="0" smtClean="0"/>
              <a:t>Четвертый уровень</a:t>
            </a:r>
          </a:p>
          <a:p>
            <a:pPr lvl="4" rtl="0" eaLnBrk="1" latinLnBrk="0" hangingPunct="1"/>
            <a:r>
              <a:rPr lang="ru-RU" noProof="0" smtClean="0"/>
              <a:t>Пятый уровень</a:t>
            </a:r>
            <a:endParaRPr kumimoji="0"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ru-RU" noProof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ru-RU" noProof="0" smtClean="0"/>
              <a:t>Образец текста</a:t>
            </a:r>
          </a:p>
          <a:p>
            <a:pPr lvl="1" rtl="0" eaLnBrk="1" latinLnBrk="0" hangingPunct="1"/>
            <a:r>
              <a:rPr lang="ru-RU" noProof="0" smtClean="0"/>
              <a:t>Второй уровень</a:t>
            </a:r>
          </a:p>
          <a:p>
            <a:pPr lvl="2" rtl="0" eaLnBrk="1" latinLnBrk="0" hangingPunct="1"/>
            <a:r>
              <a:rPr lang="ru-RU" noProof="0" smtClean="0"/>
              <a:t>Третий уровень</a:t>
            </a:r>
          </a:p>
          <a:p>
            <a:pPr lvl="3" rtl="0" eaLnBrk="1" latinLnBrk="0" hangingPunct="1"/>
            <a:r>
              <a:rPr lang="ru-RU" noProof="0" smtClean="0"/>
              <a:t>Четвертый уровень</a:t>
            </a:r>
          </a:p>
          <a:p>
            <a:pPr lvl="4" rtl="0" eaLnBrk="1" latinLnBrk="0" hangingPunct="1"/>
            <a:r>
              <a:rPr lang="ru-RU" noProof="0" smtClean="0"/>
              <a:t>Пятый уровень</a:t>
            </a:r>
            <a:endParaRPr kumimoji="0"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791C00-DC62-4142-9F6D-DA1C45AB977D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395BA2-92C5-4296-B336-F8334E18CE48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DBA5C4-3A0B-44F2-A553-77BCC15D81C0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ru-RU" noProof="0" smtClean="0"/>
              <a:t>Образец текста</a:t>
            </a:r>
          </a:p>
          <a:p>
            <a:pPr lvl="1" rtl="0" eaLnBrk="1" latinLnBrk="0" hangingPunct="1"/>
            <a:r>
              <a:rPr lang="ru-RU" noProof="0" smtClean="0"/>
              <a:t>Второй уровень</a:t>
            </a:r>
          </a:p>
          <a:p>
            <a:pPr lvl="2" rtl="0" eaLnBrk="1" latinLnBrk="0" hangingPunct="1"/>
            <a:r>
              <a:rPr lang="ru-RU" noProof="0" smtClean="0"/>
              <a:t>Третий уровень</a:t>
            </a:r>
          </a:p>
          <a:p>
            <a:pPr lvl="3" rtl="0" eaLnBrk="1" latinLnBrk="0" hangingPunct="1"/>
            <a:r>
              <a:rPr lang="ru-RU" noProof="0" smtClean="0"/>
              <a:t>Четвертый уровень</a:t>
            </a:r>
          </a:p>
          <a:p>
            <a:pPr lvl="4" rtl="0" eaLnBrk="1" latinLnBrk="0" hangingPunct="1"/>
            <a:r>
              <a:rPr lang="ru-RU" noProof="0" smtClean="0"/>
              <a:t>Пятый уровень</a:t>
            </a:r>
            <a:endParaRPr kumimoji="0"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601DC2-C9FF-4CCB-9CA8-59247185429A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о скругленным и усеченным углом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ru-RU" sz="1800" noProof="0" dirty="0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ru-RU" sz="180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ru-RU" noProof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ru-RU" noProof="0" smtClean="0"/>
              <a:t>Вставка рисунка</a:t>
            </a:r>
            <a:endParaRPr kumimoji="0"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00A0FC-F56C-4772-9C86-2C39F56A45E8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ru-RU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ru-RU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ru-RU" noProof="0" smtClean="0"/>
              <a:t>Образец текста</a:t>
            </a:r>
          </a:p>
          <a:p>
            <a:pPr lvl="1" rtl="0" eaLnBrk="1" latinLnBrk="0" hangingPunct="1"/>
            <a:r>
              <a:rPr lang="ru-RU" noProof="0" smtClean="0"/>
              <a:t>Второй уровень</a:t>
            </a:r>
          </a:p>
          <a:p>
            <a:pPr lvl="2" rtl="0" eaLnBrk="1" latinLnBrk="0" hangingPunct="1"/>
            <a:r>
              <a:rPr lang="ru-RU" noProof="0" smtClean="0"/>
              <a:t>Третий уровень</a:t>
            </a:r>
          </a:p>
          <a:p>
            <a:pPr lvl="3" rtl="0" eaLnBrk="1" latinLnBrk="0" hangingPunct="1"/>
            <a:r>
              <a:rPr lang="ru-RU" noProof="0" smtClean="0"/>
              <a:t>Четвертый уровень</a:t>
            </a:r>
          </a:p>
          <a:p>
            <a:pPr lvl="4" rtl="0" eaLnBrk="1" latinLnBrk="0" hangingPunct="1"/>
            <a:r>
              <a:rPr lang="ru-RU" noProof="0" smtClean="0"/>
              <a:t>Пятый уровень</a:t>
            </a:r>
            <a:endParaRPr kumimoji="0"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DCC9AE-B7F3-45CB-BB2E-3222B2AEBBC3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ru-RU" noProof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ru-RU" noProof="0" smtClean="0"/>
              <a:t>Образец текста</a:t>
            </a:r>
          </a:p>
          <a:p>
            <a:pPr lvl="1" rtl="0" eaLnBrk="1" latinLnBrk="0" hangingPunct="1"/>
            <a:r>
              <a:rPr lang="ru-RU" noProof="0" smtClean="0"/>
              <a:t>Второй уровень</a:t>
            </a:r>
          </a:p>
          <a:p>
            <a:pPr lvl="2" rtl="0" eaLnBrk="1" latinLnBrk="0" hangingPunct="1"/>
            <a:r>
              <a:rPr lang="ru-RU" noProof="0" smtClean="0"/>
              <a:t>Третий уровень</a:t>
            </a:r>
          </a:p>
          <a:p>
            <a:pPr lvl="3" rtl="0" eaLnBrk="1" latinLnBrk="0" hangingPunct="1"/>
            <a:r>
              <a:rPr lang="ru-RU" noProof="0" smtClean="0"/>
              <a:t>Четвертый уровень</a:t>
            </a:r>
          </a:p>
          <a:p>
            <a:pPr lvl="4" rtl="0" eaLnBrk="1" latinLnBrk="0" hangingPunct="1"/>
            <a:r>
              <a:rPr lang="ru-RU" noProof="0" smtClean="0"/>
              <a:t>Пятый уровень</a:t>
            </a:r>
            <a:endParaRPr kumimoji="0"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E58623-7ACF-43A9-B9A8-787CA2B0B620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Группа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Прямоугольник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grpSp>
          <p:nvGrpSpPr>
            <p:cNvPr id="27" name="Группа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Полилиния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ru-RU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ru-RU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Группа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Полилиния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ru-RU" sz="1800" noProof="0" dirty="0"/>
                </a:p>
              </p:txBody>
            </p:sp>
            <p:sp>
              <p:nvSpPr>
                <p:cNvPr id="33" name="Полилиния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ru-RU" sz="1800" noProof="0" dirty="0"/>
                </a:p>
              </p:txBody>
            </p:sp>
          </p:grpSp>
        </p:grpSp>
      </p:grp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ru-RU" noProof="0" dirty="0" smtClean="0"/>
              <a:t>Образец заголовка</a:t>
            </a:r>
            <a:endParaRPr kumimoji="0" lang="ru-RU" noProof="0" dirty="0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ru-RU" noProof="0" dirty="0" smtClean="0"/>
              <a:t>Образец текста</a:t>
            </a:r>
          </a:p>
          <a:p>
            <a:pPr lvl="1" rtl="0" eaLnBrk="1" latinLnBrk="0" hangingPunct="1"/>
            <a:r>
              <a:rPr lang="ru-RU" noProof="0" dirty="0" smtClean="0"/>
              <a:t>Второй уровень</a:t>
            </a:r>
          </a:p>
          <a:p>
            <a:pPr lvl="2" rtl="0" eaLnBrk="1" latinLnBrk="0" hangingPunct="1"/>
            <a:r>
              <a:rPr lang="ru-RU" noProof="0" dirty="0" smtClean="0"/>
              <a:t>Третий уровень</a:t>
            </a:r>
          </a:p>
          <a:p>
            <a:pPr lvl="3" rtl="0" eaLnBrk="1" latinLnBrk="0" hangingPunct="1"/>
            <a:r>
              <a:rPr lang="ru-RU" noProof="0" dirty="0" smtClean="0"/>
              <a:t>Четвертый уровень</a:t>
            </a:r>
          </a:p>
          <a:p>
            <a:pPr lvl="4" rtl="0" eaLnBrk="1" latinLnBrk="0" hangingPunct="1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fld id="{E2826595-62FB-4CCD-B121-F144066977C5}" type="datetime1">
              <a:rPr lang="ru-RU" noProof="0" smtClean="0"/>
              <a:t>15.11.2019</a:t>
            </a:fld>
            <a:endParaRPr lang="ru-RU" noProof="0" dirty="0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pPr rtl="0"/>
            <a:fld id="{401CF334-2D5C-4859-84A6-CA7E6E43FAEB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 smtClean="0"/>
              <a:t>Игра в слова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 dirty="0" smtClean="0"/>
              <a:t>Подготовила</a:t>
            </a:r>
          </a:p>
          <a:p>
            <a:pPr rtl="0"/>
            <a:r>
              <a:rPr lang="ru-RU" dirty="0" smtClean="0"/>
              <a:t>ученица 8 класса К</a:t>
            </a:r>
          </a:p>
          <a:p>
            <a:pPr rtl="0"/>
            <a:r>
              <a:rPr lang="ru-RU" dirty="0" smtClean="0"/>
              <a:t>Цветкова Амелия</a:t>
            </a:r>
            <a:endParaRPr lang="ru-RU" dirty="0" smtClean="0"/>
          </a:p>
          <a:p>
            <a:pPr rtl="0"/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5196068" y="5636029"/>
            <a:ext cx="1499128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 smtClean="0"/>
              <a:t>Тамбов 2019</a:t>
            </a:r>
            <a:endParaRPr lang="ru-RU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854086" y="216131"/>
            <a:ext cx="10183091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i="1" dirty="0"/>
              <a:t>Муниципальное автономное общеобразовательное учреждение "Лицей №14 имени Заслуженного учителя Российской Федерации А.М. Кузьмина"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935480"/>
            <a:ext cx="6331527" cy="438912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/>
              <a:t>Усовершенствованная игра в слова позволит хорошо провести время и расширить лексикон. Эта игра, в отличие от устного формата, имеет много преимуществ.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709" y="1021079"/>
            <a:ext cx="3150453" cy="523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4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Классы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 моем проекте использовано 3 класса: (представлены начало каждого класса) 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2906338"/>
            <a:ext cx="4695825" cy="96202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b="53370"/>
          <a:stretch/>
        </p:blipFill>
        <p:spPr>
          <a:xfrm>
            <a:off x="5610225" y="4333529"/>
            <a:ext cx="4648200" cy="13191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792816"/>
            <a:ext cx="43434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5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Использовано 19 функций (представлены начало некоторых из них):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78664"/>
            <a:ext cx="4791075" cy="29813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091" y="2478664"/>
            <a:ext cx="37814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3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Статистика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Код состоит из двух файлов: </a:t>
            </a:r>
            <a:r>
              <a:rPr lang="en-US" dirty="0" smtClean="0"/>
              <a:t>main.py </a:t>
            </a:r>
            <a:r>
              <a:rPr lang="ru-RU" dirty="0" smtClean="0"/>
              <a:t>и </a:t>
            </a:r>
            <a:r>
              <a:rPr lang="en-US" dirty="0" smtClean="0"/>
              <a:t>ui_main.py</a:t>
            </a:r>
          </a:p>
          <a:p>
            <a:pPr marL="0" indent="0">
              <a:buNone/>
            </a:pPr>
            <a:r>
              <a:rPr lang="ru-RU" dirty="0" smtClean="0"/>
              <a:t>Общее количество строк кода: 530.</a:t>
            </a:r>
          </a:p>
          <a:p>
            <a:pPr marL="0" indent="0">
              <a:buNone/>
            </a:pPr>
            <a:r>
              <a:rPr lang="ru-RU" dirty="0" smtClean="0"/>
              <a:t>Дополнительно используются файлы: 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requirements.txt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help_doc.txt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word_rus.txt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record.f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stat.db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game.words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16674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Реализованные технологии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452" y="1996888"/>
            <a:ext cx="3752850" cy="19716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433" y="1996888"/>
            <a:ext cx="4114800" cy="2362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9091" y="2286000"/>
            <a:ext cx="1463862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Виджеты</a:t>
            </a:r>
            <a:endParaRPr lang="ru-RU" dirty="0" smtClean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014" y="4193177"/>
            <a:ext cx="3924300" cy="193357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4045" y="4388439"/>
            <a:ext cx="5010150" cy="77152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8508" y="5241327"/>
            <a:ext cx="374332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7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Реализованные технологии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3244" y="2277688"/>
            <a:ext cx="4145280" cy="2141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403" y="2277688"/>
            <a:ext cx="1797287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База данных</a:t>
            </a:r>
            <a:endParaRPr lang="ru-RU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03" y="3469525"/>
            <a:ext cx="429577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92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Реализованные технологии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47403" y="2277688"/>
            <a:ext cx="200888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Анализ текста</a:t>
            </a:r>
            <a:endParaRPr lang="ru-RU" dirty="0" smtClean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95" y="3834078"/>
            <a:ext cx="4410075" cy="231457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979" y="2310078"/>
            <a:ext cx="579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Реализованные технологии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47403" y="2277688"/>
            <a:ext cx="243207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Работа с файлами</a:t>
            </a:r>
            <a:endParaRPr lang="ru-RU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876464"/>
            <a:ext cx="5053099" cy="201205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77" y="2647020"/>
            <a:ext cx="4914900" cy="27051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999" y="4888516"/>
            <a:ext cx="43243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72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Реализованные технологии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47403" y="2277688"/>
            <a:ext cx="240482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Горячие клавиши</a:t>
            </a:r>
            <a:endParaRPr lang="ru-RU" dirty="0" smtClean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219" y="1906991"/>
            <a:ext cx="3390900" cy="425767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119" y="3370896"/>
            <a:ext cx="254317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2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Применение цвета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31025" y="2310938"/>
            <a:ext cx="1701107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/>
              <a:t>Для виджетов</a:t>
            </a:r>
            <a:endParaRPr lang="ru-RU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445133" y="2310938"/>
            <a:ext cx="1784463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/>
              <a:t>Для </a:t>
            </a:r>
            <a:r>
              <a:rPr lang="ru-RU" dirty="0" smtClean="0"/>
              <a:t>фона окна</a:t>
            </a:r>
            <a:endParaRPr lang="ru-RU" dirty="0" smtClean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54407"/>
            <a:ext cx="4695825" cy="13144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456" y="2680270"/>
            <a:ext cx="489585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5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940724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В работе использовано большинство технологий, изученных в рамках занятий по </a:t>
            </a:r>
            <a:r>
              <a:rPr lang="en-US" dirty="0" smtClean="0"/>
              <a:t>PyQt5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943" y="2876204"/>
            <a:ext cx="5915922" cy="332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699143"/>
            <a:ext cx="10972800" cy="1143000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158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резентация мозгового штурма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845_TF03460637.potx" id="{F42726C0-6660-44EB-84CB-9AAEF4C07D5F}" vid="{C5E20908-8830-4429-B2D1-54A91E0450D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Деловая презентация для мозгового штурма</Template>
  <TotalTime>174</TotalTime>
  <Words>143</Words>
  <Application>Microsoft Office PowerPoint</Application>
  <PresentationFormat>Широкоэкранный</PresentationFormat>
  <Paragraphs>39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Gothic</vt:lpstr>
      <vt:lpstr>Palatino Linotype</vt:lpstr>
      <vt:lpstr>Wingdings</vt:lpstr>
      <vt:lpstr>Wingdings 2</vt:lpstr>
      <vt:lpstr>Презентация мозгового штурма</vt:lpstr>
      <vt:lpstr>Игра в слова</vt:lpstr>
      <vt:lpstr>Идея проекта</vt:lpstr>
      <vt:lpstr>Классы</vt:lpstr>
      <vt:lpstr>Функции</vt:lpstr>
      <vt:lpstr>Статистика проекта</vt:lpstr>
      <vt:lpstr>Реализованные технологии</vt:lpstr>
      <vt:lpstr>Реализованные технологии</vt:lpstr>
      <vt:lpstr>Реализованные технологии</vt:lpstr>
      <vt:lpstr>Реализованные технологии</vt:lpstr>
      <vt:lpstr>Реализованные технологии</vt:lpstr>
      <vt:lpstr>Применение цвета</vt:lpstr>
      <vt:lpstr>Выводы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Игра в слова</dc:title>
  <dc:creator>Emily</dc:creator>
  <cp:lastModifiedBy>Emily</cp:lastModifiedBy>
  <cp:revision>12</cp:revision>
  <dcterms:created xsi:type="dcterms:W3CDTF">2019-11-15T16:49:14Z</dcterms:created>
  <dcterms:modified xsi:type="dcterms:W3CDTF">2019-11-15T19:43:23Z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