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0"/>
  </p:handoutMasterIdLst>
  <p:sldIdLst>
    <p:sldId id="256" r:id="rId2"/>
    <p:sldId id="260" r:id="rId3"/>
    <p:sldId id="264" r:id="rId4"/>
    <p:sldId id="268" r:id="rId5"/>
    <p:sldId id="270" r:id="rId6"/>
    <p:sldId id="269" r:id="rId7"/>
    <p:sldId id="27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319"/>
    <a:srgbClr val="173A8D"/>
    <a:srgbClr val="003374"/>
    <a:srgbClr val="C9A093"/>
    <a:srgbClr val="F1F1F1"/>
    <a:srgbClr val="385592"/>
    <a:srgbClr val="3A5896"/>
    <a:srgbClr val="1D3C7A"/>
    <a:srgbClr val="21396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9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DD1C9-4BB6-422A-8F34-C157EA500BD9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997E4-EE34-411C-9FF1-22B934EF5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1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9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3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3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2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59" y="1465729"/>
            <a:ext cx="7869891" cy="4711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906" y="1"/>
            <a:ext cx="7839635" cy="133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3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156347" y="3292520"/>
            <a:ext cx="4831307" cy="6872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ru-RU" sz="48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Первый шаг к искусственному интеллекту</a:t>
            </a:r>
            <a:endParaRPr lang="en-US" sz="48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46206" y="4033895"/>
            <a:ext cx="2051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Выполнила</a:t>
            </a:r>
          </a:p>
          <a:p>
            <a:pPr algn="ctr"/>
            <a:r>
              <a:rPr lang="ru-RU" dirty="0" smtClean="0"/>
              <a:t>ученица 6 класса В</a:t>
            </a:r>
          </a:p>
          <a:p>
            <a:pPr algn="ctr"/>
            <a:r>
              <a:rPr lang="ru-RU" dirty="0" smtClean="0"/>
              <a:t>Цветкова Амелия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90202" y="414300"/>
            <a:ext cx="7963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Муниципальное автономное общеобразовательное учреждение "Лицей №14 имени Заслуженного учителя Российской Федерации А.М. Кузьмина"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065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Знакомство с </a:t>
            </a:r>
            <a:r>
              <a:rPr lang="en-US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Python</a:t>
            </a:r>
            <a:endParaRPr lang="ru-RU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pic>
        <p:nvPicPr>
          <p:cNvPr id="1028" name="Picture 4" descr="https://showpy.tech/content/images/2017/01/Python-logo-notext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676" y="1337733"/>
            <a:ext cx="2458865" cy="245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Объект 2"/>
          <p:cNvSpPr>
            <a:spLocks noGrp="1"/>
          </p:cNvSpPr>
          <p:nvPr>
            <p:ph idx="1"/>
          </p:nvPr>
        </p:nvSpPr>
        <p:spPr>
          <a:xfrm>
            <a:off x="645459" y="1465729"/>
            <a:ext cx="7869891" cy="4711234"/>
          </a:xfrm>
        </p:spPr>
        <p:txBody>
          <a:bodyPr/>
          <a:lstStyle/>
          <a:p>
            <a:r>
              <a:rPr lang="ru-RU" dirty="0" smtClean="0"/>
              <a:t>Обучение на </a:t>
            </a:r>
            <a:r>
              <a:rPr lang="en-US" dirty="0" smtClean="0"/>
              <a:t>Coursera</a:t>
            </a:r>
            <a:endParaRPr lang="ru-RU" dirty="0"/>
          </a:p>
        </p:txBody>
      </p:sp>
      <p:pic>
        <p:nvPicPr>
          <p:cNvPr id="56" name="Рисунок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82" y="2152059"/>
            <a:ext cx="484350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46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Talking_comp</a:t>
            </a:r>
            <a:endParaRPr lang="ru-RU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191" y="1156758"/>
            <a:ext cx="3429000" cy="32385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780" y="1252008"/>
            <a:ext cx="3913971" cy="45663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88268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956733"/>
            <a:ext cx="3876675" cy="25527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Talking_comp</a:t>
            </a:r>
            <a:endParaRPr lang="ru-RU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1589611"/>
            <a:ext cx="5730112" cy="468338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4934011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spc="50" dirty="0" err="1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Tak</a:t>
            </a:r>
            <a:r>
              <a:rPr lang="en-US" b="1" spc="50" dirty="0" err="1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l</a:t>
            </a:r>
            <a:r>
              <a:rPr lang="en-US" b="1" spc="50" dirty="0" err="1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ing_comp</a:t>
            </a:r>
            <a:endParaRPr lang="ru-RU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66" y="1437154"/>
            <a:ext cx="6248400" cy="412432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257372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Talking_comp</a:t>
            </a:r>
            <a:endParaRPr lang="ru-RU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160929"/>
            <a:ext cx="5076825" cy="406717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680" y="2914131"/>
            <a:ext cx="4322439" cy="318238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7652682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spc="50" dirty="0" err="1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Taking_comp</a:t>
            </a:r>
            <a:endParaRPr lang="ru-RU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73" y="1704975"/>
            <a:ext cx="3810000" cy="33528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608560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331" y="2343151"/>
            <a:ext cx="7839635" cy="1337732"/>
          </a:xfrm>
        </p:spPr>
        <p:txBody>
          <a:bodyPr>
            <a:noAutofit/>
          </a:bodyPr>
          <a:lstStyle/>
          <a:p>
            <a:pPr algn="ctr"/>
            <a:r>
              <a:rPr lang="ru-RU" sz="3600" spc="50" dirty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Перейдём к практической части!!!</a:t>
            </a:r>
          </a:p>
        </p:txBody>
      </p:sp>
    </p:spTree>
    <p:extLst>
      <p:ext uri="{BB962C8B-B14F-4D97-AF65-F5344CB8AC3E}">
        <p14:creationId xmlns:p14="http://schemas.microsoft.com/office/powerpoint/2010/main" val="35051592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</TotalTime>
  <Words>34</Words>
  <Application>Microsoft Office PowerPoint</Application>
  <PresentationFormat>Экран (4:3)</PresentationFormat>
  <Paragraphs>13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Первый шаг к искусственному интеллекту</vt:lpstr>
      <vt:lpstr>Знакомство с Python</vt:lpstr>
      <vt:lpstr>Talking_comp</vt:lpstr>
      <vt:lpstr>Talking_comp</vt:lpstr>
      <vt:lpstr>Takling_comp</vt:lpstr>
      <vt:lpstr>Talking_comp</vt:lpstr>
      <vt:lpstr>Taking_comp</vt:lpstr>
      <vt:lpstr>Перейдём к практической части!!!</vt:lpstr>
    </vt:vector>
  </TitlesOfParts>
  <Company>PJSC "New Engineering Technologies"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Markasian, Pavel (KIEVH)</dc:creator>
  <cp:lastModifiedBy>Emily</cp:lastModifiedBy>
  <cp:revision>51</cp:revision>
  <dcterms:created xsi:type="dcterms:W3CDTF">2016-11-18T14:12:19Z</dcterms:created>
  <dcterms:modified xsi:type="dcterms:W3CDTF">2018-02-02T19:42:46Z</dcterms:modified>
</cp:coreProperties>
</file>